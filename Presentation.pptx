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70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402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553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74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8551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329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75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0974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159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30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14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4F47FC3-24F2-48D9-B519-D50C53C20D04}" type="datetimeFigureOut">
              <a:rPr lang="ru-RU" smtClean="0"/>
              <a:t>23.11.2025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428E3D2-AEA0-4011-9906-3F8DFA132E5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7324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397AD5-06A8-ADF4-7F3F-291E88198979}"/>
              </a:ext>
            </a:extLst>
          </p:cNvPr>
          <p:cNvSpPr txBox="1"/>
          <p:nvPr/>
        </p:nvSpPr>
        <p:spPr>
          <a:xfrm>
            <a:off x="0" y="2321916"/>
            <a:ext cx="12192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Решение задач 18, 23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20A5B2-39E3-75B2-673D-4D51A1D57EE4}"/>
              </a:ext>
            </a:extLst>
          </p:cNvPr>
          <p:cNvSpPr txBox="1"/>
          <p:nvPr/>
        </p:nvSpPr>
        <p:spPr>
          <a:xfrm>
            <a:off x="2281084" y="3552542"/>
            <a:ext cx="7629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Автор: Глеб Михайлович Гриценко</a:t>
            </a:r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885BAE0-831F-7CC1-0328-BFECB278F342}"/>
              </a:ext>
            </a:extLst>
          </p:cNvPr>
          <p:cNvCxnSpPr>
            <a:cxnSpLocks/>
          </p:cNvCxnSpPr>
          <p:nvPr/>
        </p:nvCxnSpPr>
        <p:spPr>
          <a:xfrm>
            <a:off x="3401961" y="3429000"/>
            <a:ext cx="544707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78B750E-19C2-DB13-CE1A-4B17FE4FEC44}"/>
              </a:ext>
            </a:extLst>
          </p:cNvPr>
          <p:cNvGrpSpPr/>
          <p:nvPr/>
        </p:nvGrpSpPr>
        <p:grpSpPr>
          <a:xfrm>
            <a:off x="4750092" y="4259468"/>
            <a:ext cx="2691816" cy="927470"/>
            <a:chOff x="4412934" y="4444663"/>
            <a:chExt cx="2691816" cy="927470"/>
          </a:xfrm>
        </p:grpSpPr>
        <p:pic>
          <p:nvPicPr>
            <p:cNvPr id="1028" name="Picture 4" descr="ЕГЭ">
              <a:extLst>
                <a:ext uri="{FF2B5EF4-FFF2-40B4-BE49-F238E27FC236}">
                  <a16:creationId xmlns:a16="http://schemas.microsoft.com/office/drawing/2014/main" id="{D2F702A4-C003-4D25-4C61-7666D69A2CB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042"/>
            <a:stretch>
              <a:fillRect/>
            </a:stretch>
          </p:blipFill>
          <p:spPr bwMode="auto">
            <a:xfrm>
              <a:off x="4412934" y="4444663"/>
              <a:ext cx="1083626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Знак умножения 19">
              <a:extLst>
                <a:ext uri="{FF2B5EF4-FFF2-40B4-BE49-F238E27FC236}">
                  <a16:creationId xmlns:a16="http://schemas.microsoft.com/office/drawing/2014/main" id="{8B64C4E7-E903-8078-43F7-34301CF3C60B}"/>
                </a:ext>
              </a:extLst>
            </p:cNvPr>
            <p:cNvSpPr/>
            <p:nvPr/>
          </p:nvSpPr>
          <p:spPr>
            <a:xfrm>
              <a:off x="5577840" y="4682490"/>
              <a:ext cx="518160" cy="461665"/>
            </a:xfrm>
            <a:prstGeom prst="mathMultipl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D19E3019-DF26-18C4-C8DA-EEA497C895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7280" y="4444663"/>
              <a:ext cx="927470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56988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82F4E-7B9E-1028-10A7-AE0883E0E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F7BFB7-ED42-8EF6-453F-C8C14AA6A942}"/>
              </a:ext>
            </a:extLst>
          </p:cNvPr>
          <p:cNvSpPr txBox="1"/>
          <p:nvPr/>
        </p:nvSpPr>
        <p:spPr>
          <a:xfrm>
            <a:off x="0" y="180600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Конспект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12F1A5-3C12-E07B-FE61-E9819DACD417}"/>
              </a:ext>
            </a:extLst>
          </p:cNvPr>
          <p:cNvSpPr txBox="1"/>
          <p:nvPr/>
        </p:nvSpPr>
        <p:spPr>
          <a:xfrm>
            <a:off x="7616142" y="6396335"/>
            <a:ext cx="457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Решение 18, 23 задач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D59A998D-8093-78F6-AB44-19CA83150A53}"/>
              </a:ext>
            </a:extLst>
          </p:cNvPr>
          <p:cNvGrpSpPr/>
          <p:nvPr/>
        </p:nvGrpSpPr>
        <p:grpSpPr>
          <a:xfrm>
            <a:off x="10734256" y="180600"/>
            <a:ext cx="1272362" cy="438394"/>
            <a:chOff x="4412934" y="4444663"/>
            <a:chExt cx="2691816" cy="927470"/>
          </a:xfrm>
        </p:grpSpPr>
        <p:pic>
          <p:nvPicPr>
            <p:cNvPr id="1028" name="Picture 4" descr="ЕГЭ">
              <a:extLst>
                <a:ext uri="{FF2B5EF4-FFF2-40B4-BE49-F238E27FC236}">
                  <a16:creationId xmlns:a16="http://schemas.microsoft.com/office/drawing/2014/main" id="{5EC60635-FC9D-0CCC-2489-555AB3198DF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042"/>
            <a:stretch>
              <a:fillRect/>
            </a:stretch>
          </p:blipFill>
          <p:spPr bwMode="auto">
            <a:xfrm>
              <a:off x="4412934" y="4444663"/>
              <a:ext cx="1083626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Знак умножения 19">
              <a:extLst>
                <a:ext uri="{FF2B5EF4-FFF2-40B4-BE49-F238E27FC236}">
                  <a16:creationId xmlns:a16="http://schemas.microsoft.com/office/drawing/2014/main" id="{E5F1B442-9A33-DE30-B188-317987593359}"/>
                </a:ext>
              </a:extLst>
            </p:cNvPr>
            <p:cNvSpPr/>
            <p:nvPr/>
          </p:nvSpPr>
          <p:spPr>
            <a:xfrm>
              <a:off x="5577840" y="4682490"/>
              <a:ext cx="518160" cy="461665"/>
            </a:xfrm>
            <a:prstGeom prst="mathMultipl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B71611FB-23CC-343D-4777-84754D7A57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7280" y="4444663"/>
              <a:ext cx="927470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65834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5E091-E833-41CC-0CDF-A4FABFFD5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140BB3-96CA-4856-93FB-E67356336D7D}"/>
              </a:ext>
            </a:extLst>
          </p:cNvPr>
          <p:cNvSpPr txBox="1"/>
          <p:nvPr/>
        </p:nvSpPr>
        <p:spPr>
          <a:xfrm>
            <a:off x="428451" y="180600"/>
            <a:ext cx="64331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Задача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884B7F-8463-4194-ED98-35C44C3A7E40}"/>
              </a:ext>
            </a:extLst>
          </p:cNvPr>
          <p:cNvSpPr txBox="1"/>
          <p:nvPr/>
        </p:nvSpPr>
        <p:spPr>
          <a:xfrm>
            <a:off x="7616142" y="6396335"/>
            <a:ext cx="4575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Решение 18, 23 задач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4F6A54EC-5AA8-782A-D57D-771705B34873}"/>
              </a:ext>
            </a:extLst>
          </p:cNvPr>
          <p:cNvGrpSpPr/>
          <p:nvPr/>
        </p:nvGrpSpPr>
        <p:grpSpPr>
          <a:xfrm>
            <a:off x="10734256" y="180600"/>
            <a:ext cx="1272362" cy="438394"/>
            <a:chOff x="4412934" y="4444663"/>
            <a:chExt cx="2691816" cy="927470"/>
          </a:xfrm>
        </p:grpSpPr>
        <p:pic>
          <p:nvPicPr>
            <p:cNvPr id="1028" name="Picture 4" descr="ЕГЭ">
              <a:extLst>
                <a:ext uri="{FF2B5EF4-FFF2-40B4-BE49-F238E27FC236}">
                  <a16:creationId xmlns:a16="http://schemas.microsoft.com/office/drawing/2014/main" id="{02F27865-0CDF-8081-6976-CAF079FC17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4042"/>
            <a:stretch>
              <a:fillRect/>
            </a:stretch>
          </p:blipFill>
          <p:spPr bwMode="auto">
            <a:xfrm>
              <a:off x="4412934" y="4444663"/>
              <a:ext cx="1083626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Знак умножения 19">
              <a:extLst>
                <a:ext uri="{FF2B5EF4-FFF2-40B4-BE49-F238E27FC236}">
                  <a16:creationId xmlns:a16="http://schemas.microsoft.com/office/drawing/2014/main" id="{0621B7EE-02EF-DFB3-206A-FD4CFE758C23}"/>
                </a:ext>
              </a:extLst>
            </p:cNvPr>
            <p:cNvSpPr/>
            <p:nvPr/>
          </p:nvSpPr>
          <p:spPr>
            <a:xfrm>
              <a:off x="5577840" y="4682490"/>
              <a:ext cx="518160" cy="461665"/>
            </a:xfrm>
            <a:prstGeom prst="mathMultiply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1" name="Picture 6">
              <a:extLst>
                <a:ext uri="{FF2B5EF4-FFF2-40B4-BE49-F238E27FC236}">
                  <a16:creationId xmlns:a16="http://schemas.microsoft.com/office/drawing/2014/main" id="{0004BD66-E3A4-90CE-CBE9-690B150C9E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7280" y="4444663"/>
              <a:ext cx="927470" cy="927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094229-A2ED-BB1D-634A-4ED9C0847827}"/>
              </a:ext>
            </a:extLst>
          </p:cNvPr>
          <p:cNvSpPr txBox="1"/>
          <p:nvPr/>
        </p:nvSpPr>
        <p:spPr>
          <a:xfrm>
            <a:off x="520860" y="1245507"/>
            <a:ext cx="1088648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Условие:</a:t>
            </a:r>
          </a:p>
          <a:p>
            <a:pPr algn="just"/>
            <a:r>
              <a:rPr lang="ru-RU" sz="28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Исполнитель </a:t>
            </a:r>
            <a:r>
              <a:rPr lang="ru-RU" sz="28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Остаточек</a:t>
            </a:r>
            <a:r>
              <a:rPr lang="ru-RU" sz="28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преобразует числа и имеет следующие команды: Прибавить 1 Умножить на 2 Прибавить остаток от деления на 4 Первая команда увеличивает число на единицу, вторая — увеличивает вдвое, третья команда добавляет к числу значение остатка от деления этого числа на 4. Определите, сколько существует чисел, из которых </a:t>
            </a:r>
            <a:r>
              <a:rPr lang="ru-RU" sz="2800" dirty="0" err="1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Остаточек</a:t>
            </a:r>
            <a:r>
              <a:rPr lang="ru-RU" sz="2800" dirty="0">
                <a:latin typeface="JetBrains Mono NL" panose="02000009000000000000" pitchFamily="49" charset="0"/>
                <a:ea typeface="JetBrains Mono NL" panose="02000009000000000000" pitchFamily="49" charset="0"/>
                <a:cs typeface="JetBrains Mono NL" panose="02000009000000000000" pitchFamily="49" charset="0"/>
              </a:rPr>
              <a:t> может получить число 80 с помощью программы длиной не более 5 команд.</a:t>
            </a:r>
          </a:p>
        </p:txBody>
      </p:sp>
    </p:spTree>
    <p:extLst>
      <p:ext uri="{BB962C8B-B14F-4D97-AF65-F5344CB8AC3E}">
        <p14:creationId xmlns:p14="http://schemas.microsoft.com/office/powerpoint/2010/main" val="1264067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93</Words>
  <Application>Microsoft Office PowerPoint</Application>
  <PresentationFormat>Широкоэкранный</PresentationFormat>
  <Paragraphs>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JetBrains Mono NL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Гриценко Глеб Михайлович</dc:creator>
  <cp:lastModifiedBy>Гриценко Глеб Михайлович</cp:lastModifiedBy>
  <cp:revision>23</cp:revision>
  <dcterms:created xsi:type="dcterms:W3CDTF">2025-11-23T17:20:56Z</dcterms:created>
  <dcterms:modified xsi:type="dcterms:W3CDTF">2025-11-23T17:56:01Z</dcterms:modified>
</cp:coreProperties>
</file>